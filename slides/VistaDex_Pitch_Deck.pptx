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VISTADEX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idea-novelty and overlap screener for accelerators, universities, and VC funds.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31750">
            <a:solidFill>
              <a:srgbClr val="1B8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Pradhan  ·  Kushagra Agnihotri  ·  Richeek Mishra  ·  Lakshit Tanwar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F364 — Human-AI Interaction  ·  BITS Pilani, Pilani Campus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novel and unclaimed”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wrong. Repeatedly.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9424"/>
            <a:ext cx="128016" cy="12801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Chip-design AI  —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ChipAgents ($134M raised) and Synopsys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128016" cy="12801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529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red-teaming  —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Crowded: HackerOne, Lakera, Confident AI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28016" cy="12801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112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idea validator  —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since 2022: Preuve AI, IdeaProof, ValidatorAI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24528"/>
            <a:ext cx="128016" cy="12801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696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“Proof of human”  — 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major-lab-backed competitor already live, with Tinder &amp; Zoom integrations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wasn't bad luck. Published research shows AI ideation is prone to mode collapse, and AI models are measurably more agreeable about a user's own proposal than a neutral evaluator would be.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version of this idea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already a crowded, 3-year-old market.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idea-validator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competitor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468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1248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Overview already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competitor directly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Kill: a generic, founder-facing self-serve validator.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1663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Keep, narrower: an institutional screening tool built around a proprietary graveyard database no one else maintains — sold to accelerators, universities, and VC funds, not individual founders.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VistaDex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3EC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128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graveyard database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record of dead &amp; pivoted startups — nobody else builds this well.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21031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3EC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128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live 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real, shipped product — not the marketing page.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3ECF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216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 as a feature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Objector agent argues against the system's own conclusion, countering AI sycophancy.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6118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3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216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 to institutions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applicant screening for accelerators &amp; funds — not another $10–$50 founder app.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other tool tells you if your idea looks good today. We tell you if it already died once — and we're honest about how sure we actually are.”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components, one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a submitted idea into individual factual claims and checks each against live web sources, funding databases, and direct competitor product verification. Status per claim: confirmed, contradicted, disputed, or unverified.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1945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377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6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Graveyard Database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34290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continuously growing database of startups that failed, pivoted, or shut down, each tagged with a cause of death. Every new idea is matched against it by meaning — always framed as a lead to verify, never a verdict.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5778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0D3B6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5778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Objector  —  </a:t>
            </a:r>
            <a:pPr indent="0" marL="0">
              <a:buNone/>
            </a:pPr>
            <a:r>
              <a:rPr lang="en-US" sz="14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pass, run specifically to argue against the system's own conclusion, before anything is shown as final.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E3ECF2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extraction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splits the idea into individual, checkable claims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42032" y="3749040"/>
            <a:ext cx="173736" cy="146304"/>
          </a:xfrm>
          <a:prstGeom prst="chevron">
            <a:avLst/>
          </a:prstGeom>
          <a:solidFill>
            <a:srgbClr val="0D3B66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retrieval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34640" y="36118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+ funding/patent databases + direct competitor product fetches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90872" y="3749040"/>
            <a:ext cx="173736" cy="146304"/>
          </a:xfrm>
          <a:prstGeom prst="chevron">
            <a:avLst/>
          </a:prstGeom>
          <a:solidFill>
            <a:srgbClr val="0D3B66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E3ECF2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8348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83480" y="36118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checked and classified against what was retrieved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9712" y="3749040"/>
            <a:ext cx="173736" cy="146304"/>
          </a:xfrm>
          <a:prstGeom prst="chevron">
            <a:avLst/>
          </a:prstGeom>
          <a:solidFill>
            <a:srgbClr val="0D3B66"/>
          </a:solidFill>
          <a:ln/>
        </p:spPr>
      </p:sp>
      <p:sp>
        <p:nvSpPr>
          <p:cNvPr id="19" name="Shape 17"/>
          <p:cNvSpPr/>
          <p:nvPr/>
        </p:nvSpPr>
        <p:spPr>
          <a:xfrm>
            <a:off x="6995160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0" y="36118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independent source agreement — never the model's self-report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88552" y="3749040"/>
            <a:ext cx="173736" cy="146304"/>
          </a:xfrm>
          <a:prstGeom prst="chevron">
            <a:avLst/>
          </a:prstGeom>
          <a:solidFill>
            <a:srgbClr val="0D3B66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0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E3ECF2"/>
          </a:solidFill>
          <a:ln w="12700">
            <a:solidFill>
              <a:srgbClr val="DCE2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8116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81160" y="36118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claim-by-claim report, every claim linked to its evidence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graveyard database's pipeline mirrors this: raw signals in (news, dead sites, registry filings) → entity resolution → LLM tagging → meaning-based matching.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VistaDex is honest with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hard facts from judgment calls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3347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2+ independent sources before confirming anything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449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 curated set of known failures AND known successes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7530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settled cases — outcomes 3+ years old, not ambiguous 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056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Objector pass — a step whose only job is to disagree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360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evidence links, never a bare confidence score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66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human reviewer override, to catch systematic mistakes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C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reviewer sees the worst cases first</a:t>
            </a:r>
            <a:endParaRPr lang="en-US" sz="2800" dirty="0"/>
          </a:p>
        </p:txBody>
      </p:sp>
      <p:pic>
        <p:nvPicPr>
          <p:cNvPr id="4" name="Image 0" descr="/home/claude/vistadex-chronicles/assets/dashboard-mockup.png">    </p:cNvPr>
          <p:cNvPicPr>
            <a:picLocks noChangeAspect="1"/>
          </p:cNvPicPr>
          <p:nvPr/>
        </p:nvPicPr>
        <p:blipFill>
          <a:blip r:embed="rId1"/>
          <a:srcRect l="-306" r="-306" t="0" b="0"/>
          <a:stretch/>
        </p:blipFill>
        <p:spPr>
          <a:xfrm>
            <a:off x="822960" y="1920240"/>
            <a:ext cx="105156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per cohort, sold to institutions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93192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they buy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First move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Accelerators &amp; university programs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Screen large applicant batches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Pilot: PIEDS (BITS Pilani's incubator)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VC funds &amp; angels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Already pay for diligence tooling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After the accelerator pilot builds a track record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Corporate innovation teams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Scouting gaps &amp; acquisition targets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Later-stage segment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Individual founders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Same pain, personally experienced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6"/>
                          </a:solidFill>
                        </a:rPr>
                        <a:t>Free tier only — a funnel, not the business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competing on price against $9–$49 founder apps — sells into a budget line that already exists for screening and diligence tools.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457200" cy="320040"/>
          </a:xfrm>
          <a:prstGeom prst="roundRect">
            <a:avLst>
              <a:gd name="adj" fmla="val 48571"/>
            </a:avLst>
          </a:prstGeom>
          <a:solidFill>
            <a:srgbClr val="E4F5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084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Mehrotra  —  </a:t>
            </a:r>
            <a:pPr indent="0" marL="0">
              <a:buNone/>
            </a:pPr>
            <a:r>
              <a:rPr lang="en-US" sz="14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the concept — positive response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57200" cy="320040"/>
          </a:xfrm>
          <a:prstGeom prst="roundRect">
            <a:avLst>
              <a:gd name="adj" fmla="val 48571"/>
            </a:avLst>
          </a:prstGeom>
          <a:solidFill>
            <a:srgbClr val="E4F5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679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PIEDS  —  </a:t>
            </a:r>
            <a:pPr indent="0" marL="0">
              <a:buNone/>
            </a:pPr>
            <a:r>
              <a:rPr lang="en-US" sz="14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 interview arranged, via Prof. Mehrotra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457200" cy="320040"/>
          </a:xfrm>
          <a:prstGeom prst="roundRect">
            <a:avLst>
              <a:gd name="adj" fmla="val 48571"/>
            </a:avLst>
          </a:prstGeom>
          <a:solidFill>
            <a:srgbClr val="E4F5E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2735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DesertBloom: YUKTI  —  </a:t>
            </a:r>
            <a:pPr indent="0" marL="0">
              <a:buNone/>
            </a:pPr>
            <a:r>
              <a:rPr lang="en-US" sz="14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AICTE Indovation Jaipur ideation &amp; mentorship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457200" cy="320040"/>
          </a:xfrm>
          <a:prstGeom prst="roundRect">
            <a:avLst>
              <a:gd name="adj" fmla="val 48571"/>
            </a:avLst>
          </a:prstGeom>
          <a:solidFill>
            <a:srgbClr val="E4F5E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8679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GikaGraph — Sept 4  —  </a:t>
            </a:r>
            <a:pPr indent="0" marL="0">
              <a:buNone/>
            </a:pPr>
            <a:r>
              <a:rPr lang="en-US" sz="14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scheduled with founder Manoj Agarwal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2E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9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Pradhan (lead)  ·  Kushagra Agnihotri  ·  Richeek Mishra  ·  Lakshit Tanwar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E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other tool tells you if your idea looks good today. We tell you if it already died once.”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2026-09-02T18:25:45Z</dcterms:created>
  <dcterms:modified xsi:type="dcterms:W3CDTF">2026-09-02T18:25:45Z</dcterms:modified>
</cp:coreProperties>
</file>